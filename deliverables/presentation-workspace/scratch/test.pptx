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de625dcfdd4251" /><Relationship Type="http://schemas.openxmlformats.org/officeDocument/2006/relationships/extended-properties" Target="/docProps/app.xml" Id="Rce1b9ad433de4810" /><Relationship Type="http://schemas.openxmlformats.org/officeDocument/2006/relationships/officeDocument" Target="/ppt/presentation.xml" Id="Rba9c79a726a3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a69340a1645b6"/>
  </p:sldMasterIdLst>
  <p:notesMasterIdLst>
    <p:notesMasterId xmlns:r="http://schemas.openxmlformats.org/officeDocument/2006/relationships" r:id="Re321fefcf48142d5"/>
  </p:notesMasterIdLst>
  <p:sldIdLst>
    <p:sldId xmlns:r="http://schemas.openxmlformats.org/officeDocument/2006/relationships" id="256" r:id="R44f8942590f04ac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a69340a1645b6" /><Relationship Type="http://schemas.openxmlformats.org/officeDocument/2006/relationships/theme" Target="/ppt/theme/theme1.xml" Id="Ra76d474840ef4098" /><Relationship Type="http://schemas.openxmlformats.org/officeDocument/2006/relationships/notesMaster" Target="/ppt/notesMasters/notesMaster1.xml" Id="Re321fefcf48142d5" /><Relationship Type="http://schemas.openxmlformats.org/officeDocument/2006/relationships/presProps" Target="/ppt/presProps.xml" Id="Raec82bbb7bc14505" /><Relationship Type="http://schemas.openxmlformats.org/officeDocument/2006/relationships/viewProps" Target="/ppt/viewProps.xml" Id="Ra546a87ae8d9426a" /><Relationship Type="http://schemas.openxmlformats.org/officeDocument/2006/relationships/tableStyles" Target="/ppt/tableStyles.xml" Id="Rd214a71d4fcb4279" /><Relationship Type="http://schemas.openxmlformats.org/officeDocument/2006/relationships/slide" Target="/ppt/slides/slide1.xml" Id="R44f8942590f04a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717c81e9d294a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bc5d2d8a004e2b" /><Relationship Type="http://schemas.openxmlformats.org/officeDocument/2006/relationships/notesMaster" Target="/ppt/notesMasters/notesMaster1.xml" Id="R7431f8dbf0e3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4adacb8b543f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4fb3085b904b27" /><Relationship Type="http://schemas.openxmlformats.org/officeDocument/2006/relationships/slideLayout" Target="/ppt/slideLayouts/slideLayout2.xml" Id="Rd33c73392f4e43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c73392f4e43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db389d2ad64acf" /><Relationship Type="http://schemas.openxmlformats.org/officeDocument/2006/relationships/chart" Target="/ppt/slides/charts/chart1.xml" Id="R675c70a378094ab9" /><Relationship Type="http://schemas.openxmlformats.org/officeDocument/2006/relationships/notesSlide" Target="/ppt/notesSlides/notesSlide1.xml" Id="R3f8ee8720c4143bc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Buy cost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Cost</c:v>
          </c:tx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/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091B230-62BD-4CBF-A27A-ADFF669F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077410-B0BB-44F3-A841-AC5FEBC9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62000"/>
            <a:ext cx="8096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4201D"/>
                </a:solidFill>
              </a:defRPr>
            </a:pPr>
            <a:r>
              <a:rPr sz="4800" b="1">
                <a:solidFill>
                  <a:srgbClr val="14201D"/>
                </a:solidFill>
              </a:rPr>
              <a:t>Test slide title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06DC30-819F-473B-B56F-DA15886A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933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B5B55"/>
                </a:solidFill>
              </a:defRPr>
            </a:pPr>
            <a:r>
              <a:rPr sz="2100">
                <a:solidFill>
                  <a:srgbClr val="4B5B55"/>
                </a:solidFill>
              </a:rPr>
              <a:t>Subtitle is a bit longer and should wrap safely.</a:t>
            </a:r>
          </a:p>
        </p:txBody>
      </p:sp>
      <p:sp>
        <p:nvSpPr>
          <p:cNvPr id="4" name="r">
            <a:extLst xmlns:a="http://schemas.openxmlformats.org/drawingml/2006/main">
              <a:ext uri="{FF2B5EF4-FFF2-40B4-BE49-F238E27FC236}">
                <a16:creationId xmlns:a16="http://schemas.microsoft.com/office/drawing/2014/main" id="{74576799-1960-4876-80C9-ED9E6914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3A"/>
          </a:solidFill>
          <a:ln xmlns:a="http://schemas.openxmlformats.org/drawingml/2006/main" w="0">
            <a:solidFill>
              <a:srgbClr val="D58A3A"/>
            </a:solidFill>
            <a:prstDash val="solid"/>
          </a:ln>
        </p:spPr>
      </p:sp>
      <p:graphicFrame>
        <p:nvGraphicFramePr>
          <p:cNvPr id="5" name="chart-main"/>
          <p:cNvGraphicFramePr/>
          <p:nvPr/>
        </p:nvGraphicFramePr>
        <p:xfrm>
          <a:off xmlns:a="http://schemas.openxmlformats.org/drawingml/2006/main" x="9334500" y="762000"/>
          <a:ext xmlns:a="http://schemas.openxmlformats.org/drawingml/2006/main" cx="8096250" cy="876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5c70a378094ab9"/>
          </a:graphicData>
        </a:graphic>
      </p:graphicFrame>
    </p:spTree>
    <p:extLst>
      <p:ext uri="{BB962C8B-B14F-4D97-AF65-F5344CB8AC3E}">
        <p14:creationId xmlns:p14="http://schemas.microsoft.com/office/powerpoint/2010/main" val="1086137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2026-05-14T07:39:25.0650000Z</dcterms:created>
  <dcterms:modified xsi:type="dcterms:W3CDTF">2026-05-14T07:39:25.0650000Z</dcterms:modified>
</coreProperties>
</file>